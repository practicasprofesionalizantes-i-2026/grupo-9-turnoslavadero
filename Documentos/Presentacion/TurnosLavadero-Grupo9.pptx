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79a14cb294af7" /><Relationship Type="http://schemas.openxmlformats.org/officeDocument/2006/relationships/extended-properties" Target="/docProps/app.xml" Id="R20bedca6eff64318" /><Relationship Type="http://schemas.openxmlformats.org/officeDocument/2006/relationships/officeDocument" Target="/ppt/presentation.xml" Id="R9daf42d9fb1f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6282b90554ed8"/>
  </p:sldMasterIdLst>
  <p:notesMasterIdLst>
    <p:notesMasterId xmlns:r="http://schemas.openxmlformats.org/officeDocument/2006/relationships" r:id="R5044eb61462143b5"/>
  </p:notesMasterIdLst>
  <p:sldIdLst>
    <p:sldId xmlns:r="http://schemas.openxmlformats.org/officeDocument/2006/relationships" id="256" r:id="Re812f7c8164f47a5"/>
    <p:sldId xmlns:r="http://schemas.openxmlformats.org/officeDocument/2006/relationships" id="257" r:id="R65027a9490ee4b66"/>
    <p:sldId xmlns:r="http://schemas.openxmlformats.org/officeDocument/2006/relationships" id="258" r:id="R81d34ad40fae4a58"/>
    <p:sldId xmlns:r="http://schemas.openxmlformats.org/officeDocument/2006/relationships" id="259" r:id="R9e82a9d2c7d24198"/>
    <p:sldId xmlns:r="http://schemas.openxmlformats.org/officeDocument/2006/relationships" id="260" r:id="Rcea48ac4a1484af5"/>
    <p:sldId xmlns:r="http://schemas.openxmlformats.org/officeDocument/2006/relationships" id="261" r:id="R55af83ac8c614f51"/>
    <p:sldId xmlns:r="http://schemas.openxmlformats.org/officeDocument/2006/relationships" id="262" r:id="Rfd00fad760ae4063"/>
    <p:sldId xmlns:r="http://schemas.openxmlformats.org/officeDocument/2006/relationships" id="263" r:id="R5a2b11b3a5b34761"/>
    <p:sldId xmlns:r="http://schemas.openxmlformats.org/officeDocument/2006/relationships" id="264" r:id="Rf0062c40250b42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4cede5ebc48c5" /><Relationship Type="http://schemas.openxmlformats.org/officeDocument/2006/relationships/slideMaster" Target="/ppt/slideMasters/slideMaster1.xml" Id="Rc136282b90554ed8" /><Relationship Type="http://schemas.openxmlformats.org/officeDocument/2006/relationships/notesMaster" Target="/ppt/notesMasters/notesMaster1.xml" Id="R5044eb61462143b5" /><Relationship Type="http://schemas.openxmlformats.org/officeDocument/2006/relationships/presProps" Target="/ppt/presProps.xml" Id="R43934553ff8c487f" /><Relationship Type="http://schemas.openxmlformats.org/officeDocument/2006/relationships/tableStyles" Target="/ppt/tableStyles.xml" Id="R24d841fc03df44e1" /><Relationship Type="http://schemas.openxmlformats.org/officeDocument/2006/relationships/slide" Target="/ppt/slides/slide1.xml" Id="Re812f7c8164f47a5" /><Relationship Type="http://schemas.openxmlformats.org/officeDocument/2006/relationships/slide" Target="/ppt/slides/slide2.xml" Id="R65027a9490ee4b66" /><Relationship Type="http://schemas.openxmlformats.org/officeDocument/2006/relationships/slide" Target="/ppt/slides/slide3.xml" Id="R81d34ad40fae4a58" /><Relationship Type="http://schemas.openxmlformats.org/officeDocument/2006/relationships/slide" Target="/ppt/slides/slide4.xml" Id="R9e82a9d2c7d24198" /><Relationship Type="http://schemas.openxmlformats.org/officeDocument/2006/relationships/slide" Target="/ppt/slides/slide5.xml" Id="Rcea48ac4a1484af5" /><Relationship Type="http://schemas.openxmlformats.org/officeDocument/2006/relationships/slide" Target="/ppt/slides/slide6.xml" Id="R55af83ac8c614f51" /><Relationship Type="http://schemas.openxmlformats.org/officeDocument/2006/relationships/slide" Target="/ppt/slides/slide7.xml" Id="Rfd00fad760ae4063" /><Relationship Type="http://schemas.openxmlformats.org/officeDocument/2006/relationships/slide" Target="/ppt/slides/slide8.xml" Id="R5a2b11b3a5b34761" /><Relationship Type="http://schemas.openxmlformats.org/officeDocument/2006/relationships/slide" Target="/ppt/slides/slide9.xml" Id="Rf0062c40250b42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676f16052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f7293ed5134236" /><Relationship Type="http://schemas.openxmlformats.org/officeDocument/2006/relationships/notesMaster" Target="/ppt/notesMasters/notesMaster1.xml" Id="Rddac42d7d3ba44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75636e860641de" /><Relationship Type="http://schemas.openxmlformats.org/officeDocument/2006/relationships/notesMaster" Target="/ppt/notesMasters/notesMaster1.xml" Id="Rdf056af8405349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37742cd5954509" /><Relationship Type="http://schemas.openxmlformats.org/officeDocument/2006/relationships/notesMaster" Target="/ppt/notesMasters/notesMaster1.xml" Id="Rc1fee6aaeb9d4f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496ff70fb461c" /><Relationship Type="http://schemas.openxmlformats.org/officeDocument/2006/relationships/notesMaster" Target="/ppt/notesMasters/notesMaster1.xml" Id="R0e1cf68e379a41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b8e4678e34139" /><Relationship Type="http://schemas.openxmlformats.org/officeDocument/2006/relationships/notesMaster" Target="/ppt/notesMasters/notesMaster1.xml" Id="R2253b9cc734742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3fb367147840f1" /><Relationship Type="http://schemas.openxmlformats.org/officeDocument/2006/relationships/notesMaster" Target="/ppt/notesMasters/notesMaster1.xml" Id="R6af81f28cd674f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43cdce5321471f" /><Relationship Type="http://schemas.openxmlformats.org/officeDocument/2006/relationships/notesMaster" Target="/ppt/notesMasters/notesMaster1.xml" Id="R560ba4502e5c47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565a2cb204c9d" /><Relationship Type="http://schemas.openxmlformats.org/officeDocument/2006/relationships/notesMaster" Target="/ppt/notesMasters/notesMaster1.xml" Id="R3143322ca6734a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cfdd61a5444d9d" /><Relationship Type="http://schemas.openxmlformats.org/officeDocument/2006/relationships/notesMaster" Target="/ppt/notesMasters/notesMaster1.xml" Id="R2f9708fbfc3441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Juan. Tiempo estimado: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Juan y Tomás y presentamos OPTIMUS TURN. Nuestra propuesta es organizar las reservas de un lavadero para que cada cliente tenga un horario claro y el equipo sepa cómo distribuir la atención. Vamos a mostrar el problema que buscamos resolver y cómo sería la experiencia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Presentar la propuesta sin abrir el código. La imagen es el diseño de confirmación, no una aplicación web terminada.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README.md.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Tomás. Tiempo estimado: 1 minuto.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Pensemos en una situación cotidiana: un cliente pregunta por un horario, otro necesita cambiarlo y el personal debe organizar la atención. Si esa información queda repartida, coordinar cuesta más y es más fácil confundir una reserva. Además, no todos los lavados duran lo mismo. El problema no es solamente anotar una hora: hay que organizar el tiempo disponible del lavadero.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Describir un escenario ilustrativo. No afirmar resultados de encuestas ni porcentajes de ahorro.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Documentos/Entregas TP/Alcance del Sistema.md.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Juan. Tiempo estimado: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Nuestra propuesta concentra las reservas en una agenda. El cliente puede elegir un servicio y consultar un horario. El personal ve qué tiene que atender durante el día. Así, ambas partes trabajan sobre la misma reserva, sin volver a cargar los datos personales en cada visita.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Mantener el foco en la utilidad. No explicar capas, tablas ni rutas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Documentos/Mockup/CONTRATO-PANTALLAS.md.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Tomás. Tiempo estimado: 1 minuto y 15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cliente se registra una vez. Después ingresa con su correo y contraseña. Para reservar elige el tipo de lavado, consulta una fecha y un horario y confirma. La pantalla muestra cuánto dura el servicio y su importe. No vuelve a pedirle nombre ni teléfono, porque esos datos ya forman parte de su perfil. La confirmación aparece cuando la reserva se guarda correctamente.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Señalar los controles del mockup. Si se hace una demo técnica después, reservar un turno con Bruno y mostrar la respuesta sin explicar el JSON durante esta diapositiva.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Documentos/Mockup/CONTRATO-PANTALLAS.md; BusinessLogic/Services/TurnoService.cs.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Juan. Tiempo estimado: 1 minuto.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es un punto importante para el negocio: no alcanza con que dos reservas tengan horas de inicio diferentes. Si un lavado empieza a las diez y ocupa una hora, el siguiente no puede empezar a las diez y media. OPTIMUS TURN considera la duración completa del servicio. Cuando termina el anterior, puede comenzar el siguiente. Eso permite planificar una única agenda de atención sin superponer los turnos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Aclarar que es un ejemplo, no un dato medido del lavadero. Los tiempos reales los configura el administrador para cada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BusinessLogic/Services/TurnoService.cs; Tests/IntegrationTests/TurnoIntervalsTests.cs.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Tomás. Tiempo estimado: 1 minuto.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propuesta también contempla lo que pasa después de reservar. El cliente consulta sus turnos y puede reprogramar o cancelar los que todavía cumplen las condiciones. Si cancela, ese tiempo queda disponible para otra persona. El historial se conserva y el equipo puede seguir los cambios. Además, el sistema contempla recordatorios por correo según la preferencia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prometer WhatsApp. Los correos reales requieren configurar el servicio de envío. Si Oscar pregunta por fechas o permisos, abrir el código como respaldo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BusinessLogic/Services/TurnoService.cs; Documentos/RECORDATORIOS.md.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Juan. Tiempo estimado: 1 minuto.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el personal, la agenda diaria concentra los turnos con el nombre del cliente, el servicio y el horario de inicio y fin. Desde ese recorrido se gestiona la atención y se crean reservas para clientes existentes. El administrador define los servicios, sus importes y sus duraciones. La propuesta busca que el equipo encuentre la información que necesita sin reconstruir cada reserva desde distintas conversaciones.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captura es el diseño de la futura agenda. No presentarla como una pantalla conectada. El funcionamiento de las reservas se demuestra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Documentos/Mockup/CONTRATO-PANTALLAS.md.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Tomás. Tiempo estimado: 45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Hoy contamos con el funcionamiento de las reservas y con este diseño de interfaz. Las operaciones ya se pueden comprobar, pero las pantallas que mostramos son un prototipo. El próximo paso es construir esa interfaz y conectarla al sistema. Así presentamos una propuesta concreta y distinguimos lo que ya funciona de lo que todavía hay que desarrollar para el uso cotidiano.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afirmar que hay una web terminada ni resultados comerciales medidos. No entrar en detalles de implementación salvo que el docente los pida.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README.md; Documentos/Mockup/README.md.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Juan y Tomás. Tiempo estimado: 30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Juan: OPTIMUS TURN propone una forma clara de organizar cada lavado, desde la reserva del cliente hasta la atención del equipo. Tomás: Para cerrar, podemos mostrar una reserva y cómo el sistema protege ese horario.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corresponde, pasar a una demo breve de tres minutos: login ya preparado, reserva correcta, rechazo de un horario que se superpone y cancelación. Mantener detalles de código y seguridad como respaldo para preguntas. Tiempo total estimado: 8 minutos de presentación más 3 de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producto: Documentos/Mockup/CONTRATO-PANTALLAS.md. Imágenes: mockup propio de OPTIMUS TURN. Las pantallas son un prototipo de la interfaz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6286f30e242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8ff8ee5db44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84667970f4f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1da1aa77a49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65663a37d49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43c67358e4f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D371CF-0176-42EE-89D9-BBDB1F120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35E424-FB9F-4DA6-98B6-C19AF89721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471D96-C737-4C4B-AA4F-F1EA9FD1B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A18F2B-4062-4365-95BA-2BFFF3FEDE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742A6F-1C9E-40CB-9C2B-69DA08A814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705FB0-0CC8-413A-A88F-EE9AAC34C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2CEB03-005C-4761-910E-4FB468117D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16E65D-985B-411D-A291-05133454E8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32F698-0687-4114-BF88-B05DEA078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B3C44C-457B-41AA-8814-DCEEB600AF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2aacc69c34ac1" /><Relationship Type="http://schemas.openxmlformats.org/officeDocument/2006/relationships/slideLayout" Target="/ppt/slideLayouts/slideLayout1.xml" Id="R0aaa53ac026e4ccd" /><Relationship Type="http://schemas.openxmlformats.org/officeDocument/2006/relationships/slideLayout" Target="/ppt/slideLayouts/slideLayout2.xml" Id="Rf7e8164f4d934029" /><Relationship Type="http://schemas.openxmlformats.org/officeDocument/2006/relationships/slideLayout" Target="/ppt/slideLayouts/slideLayout3.xml" Id="R0c3b01f5f20843bc" /><Relationship Type="http://schemas.openxmlformats.org/officeDocument/2006/relationships/slideLayout" Target="/ppt/slideLayouts/slideLayout4.xml" Id="R3ae9b6b3374f4c61" /><Relationship Type="http://schemas.openxmlformats.org/officeDocument/2006/relationships/slideLayout" Target="/ppt/slideLayouts/slideLayout5.xml" Id="Rfddedbe3da1a492b" /><Relationship Type="http://schemas.openxmlformats.org/officeDocument/2006/relationships/slideLayout" Target="/ppt/slideLayouts/slideLayout6.xml" Id="R6b7af68724bb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aa53ac026e4ccd"/>
    <p:sldLayoutId xmlns:r="http://schemas.openxmlformats.org/officeDocument/2006/relationships" id="2147483650" r:id="Rf7e8164f4d934029"/>
    <p:sldLayoutId xmlns:r="http://schemas.openxmlformats.org/officeDocument/2006/relationships" id="2147483651" r:id="R0c3b01f5f20843bc"/>
    <p:sldLayoutId xmlns:r="http://schemas.openxmlformats.org/officeDocument/2006/relationships" id="2147483652" r:id="R3ae9b6b3374f4c61"/>
    <p:sldLayoutId xmlns:r="http://schemas.openxmlformats.org/officeDocument/2006/relationships" id="2147483653" r:id="Rfddedbe3da1a492b"/>
    <p:sldLayoutId xmlns:r="http://schemas.openxmlformats.org/officeDocument/2006/relationships" id="2147483654" r:id="R6b7af68724bb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505c7a2c84e95" /><Relationship Type="http://schemas.openxmlformats.org/officeDocument/2006/relationships/image" Target="/ppt/media/image.png" Id="Re031e1b24c3f4546" /><Relationship Type="http://schemas.openxmlformats.org/officeDocument/2006/relationships/notesSlide" Target="/ppt/notesSlides/notesSlide1.xml" Id="R252d892fe27b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5db7d31264f6a" /><Relationship Type="http://schemas.openxmlformats.org/officeDocument/2006/relationships/notesSlide" Target="/ppt/notesSlides/notesSlide2.xml" Id="R1b221cfd862e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2bda67de249e2" /><Relationship Type="http://schemas.openxmlformats.org/officeDocument/2006/relationships/notesSlide" Target="/ppt/notesSlides/notesSlide3.xml" Id="R260ef48f0f6940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3bfc56cfb436e" /><Relationship Type="http://schemas.openxmlformats.org/officeDocument/2006/relationships/image" Target="/ppt/media/image2.png" Id="Re410be74a5ad43f2" /><Relationship Type="http://schemas.openxmlformats.org/officeDocument/2006/relationships/notesSlide" Target="/ppt/notesSlides/notesSlide4.xml" Id="R4208a4a3355f4a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14c81f3824bcf" /><Relationship Type="http://schemas.openxmlformats.org/officeDocument/2006/relationships/notesSlide" Target="/ppt/notesSlides/notesSlide5.xml" Id="R3af7fba6762a4d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eb31765064fcd" /><Relationship Type="http://schemas.openxmlformats.org/officeDocument/2006/relationships/image" Target="/ppt/media/image3.png" Id="Rce545f1b1f0743a5" /><Relationship Type="http://schemas.openxmlformats.org/officeDocument/2006/relationships/notesSlide" Target="/ppt/notesSlides/notesSlide6.xml" Id="R6f0af842516444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6e3080ae24089" /><Relationship Type="http://schemas.openxmlformats.org/officeDocument/2006/relationships/image" Target="/ppt/media/image4.png" Id="R647198d357334ae8" /><Relationship Type="http://schemas.openxmlformats.org/officeDocument/2006/relationships/notesSlide" Target="/ppt/notesSlides/notesSlide7.xml" Id="Rc0e0b37f20ab42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9e55557824182" /><Relationship Type="http://schemas.openxmlformats.org/officeDocument/2006/relationships/notesSlide" Target="/ppt/notesSlides/notesSlide8.xml" Id="R1f4530b08dd445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6afb70e204086" /><Relationship Type="http://schemas.openxmlformats.org/officeDocument/2006/relationships/notesSlide" Target="/ppt/notesSlides/notesSlide9.xml" Id="R5dd6f7ca3edf49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6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C4180-A917-45FB-860A-152BCD35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A980E-B458-4946-9385-4ADA44FB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61224-7C22-4F20-954F-EC78CCC1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95375"/>
            <a:ext cx="6810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OPTIMUS</a:t>
            </a:r>
          </a:p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68723-A7F6-46FE-8E8A-BEA8243E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657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agenda digital</a:t>
            </a:r>
          </a:p>
          <a:p xmlns:a="http://schemas.openxmlformats.org/drawingml/2006/main">
            <a:pPr>
              <a:def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tu lavadero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6418A-C9C9-4074-9CD2-02CF5A4B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rPr>
              <a:t>Juan Jesús Baigorria y Tomás Martín Ponce</a:t>
            </a:r>
          </a:p>
          <a:p xmlns:a="http://schemas.openxmlformats.org/drawingml/2006/main">
            <a:pPr>
              <a:def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BE7FF"/>
                </a:solidFill>
                <a:latin typeface="DejaVu Sans"/>
                <a:ea typeface="DejaVu Sans"/>
                <a:cs typeface="DejaVu Sans"/>
              </a:rPr>
              <a:t>Prácticas Profesionalizantes I · Grupo 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C70E7-6F72-4405-958D-95D5421CA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1e1b24c3f4546"/>
          <a:stretch xmlns:a="http://schemas.openxmlformats.org/drawingml/2006/main"/>
        </p:blipFill>
        <p:spPr>
          <a:xfrm xmlns:a="http://schemas.openxmlformats.org/drawingml/2006/main">
            <a:off x="8382000" y="585007"/>
            <a:ext cx="2762250" cy="53736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73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18261-4B97-4E74-8899-DC7FA091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32635-AE06-4C05-8572-267DDEFC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02927-F2FB-4016-88EE-72F1866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Organizar los turnos también lleva tiempo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323A7-5813-4D88-B3BE-F0F387B8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El cliente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560DD-4C38-42AA-869A-BC29EEE8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rPr>
              <a:t>Consulta horarios y vuelve</a:t>
            </a:r>
          </a:p>
          <a:p xmlns:a="http://schemas.openxmlformats.org/drawingml/2006/main">
            <a: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rPr>
              <a:t>a coordinar cuando cambian</a:t>
            </a:r>
          </a:p>
          <a:p xmlns:a="http://schemas.openxmlformats.org/drawingml/2006/main">
            <a: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rPr>
              <a:t>sus planes.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A0CA3-BA4C-45F2-9D37-B2179CE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El lavadero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2E88B-15F3-4FD1-AB08-01CCFB2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rPr>
              <a:t>Necesita saber quién viene,</a:t>
            </a:r>
          </a:p>
          <a:p xmlns:a="http://schemas.openxmlformats.org/drawingml/2006/main">
            <a: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rPr>
              <a:t>qué servicio pidió y cuánto</a:t>
            </a:r>
          </a:p>
          <a:p xmlns:a="http://schemas.openxmlformats.org/drawingml/2006/main">
            <a:pPr>
              <a:def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92B43"/>
                </a:solidFill>
                <a:latin typeface="DejaVu Sans"/>
                <a:ea typeface="DejaVu Sans"/>
                <a:cs typeface="DejaVu Sans"/>
              </a:rPr>
              <a:t>tiempo va a ocupar.</a:t>
            </a:r>
          </a:p>
        </p:txBody>
      </p:sp>
    </p:spTree>
    <p:extLst>
      <p:ext uri="{BB962C8B-B14F-4D97-AF65-F5344CB8AC3E}">
        <p14:creationId xmlns:p14="http://schemas.microsoft.com/office/powerpoint/2010/main" val="1479648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751B4-AF1E-4571-BA0D-C588E49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0C5F4-0FA6-4DDE-AF14-036447A4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5D95F-B0A4-44EA-BB47-25288E55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Una agenda para clientes y personal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B535C-BFC9-4D49-AB60-BD1BDDE5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El cliente elige</a:t>
            </a:r>
          </a:p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su próximo lavado.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54DC4-3FA2-4D9F-91D4-97A728D4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El equipo organiza</a:t>
            </a:r>
          </a:p>
          <a:p xmlns:a="http://schemas.openxmlformats.org/drawingml/2006/main">
            <a:pPr>
              <a:def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la atención del día.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D2307-52CF-47E4-8CC6-AF53B12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14650"/>
            <a:ext cx="3190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Una reserva reúne</a:t>
            </a:r>
          </a:p>
          <a:p xmlns:a="http://schemas.openxmlformats.org/drawingml/2006/main">
            <a: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cliente, servicio y horario.</a:t>
            </a:r>
          </a:p>
        </p:txBody>
      </p:sp>
    </p:spTree>
    <p:extLst>
      <p:ext uri="{BB962C8B-B14F-4D97-AF65-F5344CB8AC3E}">
        <p14:creationId xmlns:p14="http://schemas.microsoft.com/office/powerpoint/2010/main" val="1512133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E879C-D7BF-4415-8366-4629E9E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B267C-8D8E-4197-9A2B-A985DE7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3C773-588D-448A-A3EC-78845796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Reservar en pocos pasos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964A4-5D5B-4551-A8FA-EF25AC7B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01  Elegir el servicio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48315-E12C-47A0-8167-3AD6878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765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Duración e importe a la vista.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0A9A4-4830-40D9-BF23-97159E3F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02  Consultar el horario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226E-53FE-4288-967A-3105A12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243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Fecha y hora en una sola pantalla.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A07D9-31C1-4DAD-9410-C7902D18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03  Confirmar la reserva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5519D-9D0D-46C0-A9D2-94DC9DE4EE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0be74a5ad43f2"/>
          <a:stretch xmlns:a="http://schemas.openxmlformats.org/drawingml/2006/main"/>
        </p:blipFill>
        <p:spPr>
          <a:xfrm xmlns:a="http://schemas.openxmlformats.org/drawingml/2006/main">
            <a:off x="8477250" y="1366480"/>
            <a:ext cx="2428875" cy="47251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43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E7E59-4EAB-4804-A5EB-B3FCE941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BE39B-1CCD-427D-9C88-EA4A09F9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D564B-3FEB-4A9F-88C9-FB69E9D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Cada servicio tiene su tiempo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25A3D-BAA6-48CF-BA51-CB0EB278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Un lavado de 60 minutos ocupa de 10:00 a 11:00.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6B66-1B88-4FDF-ADF5-4A1E78EC345B}"/>
              </a:ext>
            </a:extLst>
          </p:cNvPr>
          <p:cNvGraphicFramePr/>
          <p:nvPr/>
        </p:nvGraphicFramePr>
        <p:xfrm>
          <a:off xmlns:a="http://schemas.openxmlformats.org/drawingml/2006/main" x="666750" y="3028950"/>
          <a:ext xmlns:a="http://schemas.openxmlformats.org/drawingml/2006/main" cx="108585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333750"/>
                <a:gridCol w="3238500"/>
              </a:tblGrid>
              <a:tr h="647700"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Ejemplo de reserva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F0"/>
                      </a:solidFill>
                      <a:prstDash val="solid"/>
                    </a:lnL>
                    <a:lnR w="9525">
                      <a:solidFill>
                        <a:srgbClr val="DEE6F0"/>
                      </a:solidFill>
                      <a:prstDash val="solid"/>
                    </a:lnR>
                    <a:lnT w="9525">
                      <a:solidFill>
                        <a:srgbClr val="DEE6F0"/>
                      </a:solidFill>
                      <a:prstDash val="solid"/>
                    </a:lnT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Horario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T w="9525">
                      <a:solidFill>
                        <a:srgbClr val="DEE6F0"/>
                      </a:solidFill>
                      <a:prstDash val="solid"/>
                    </a:lnT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Disponibilidad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T w="9525">
                      <a:solidFill>
                        <a:srgbClr val="DEE6F0"/>
                      </a:solidFill>
                      <a:prstDash val="solid"/>
                    </a:lnT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  <a:tr h="647700"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Lavado completo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F0"/>
                      </a:solidFill>
                      <a:prstDash val="solid"/>
                    </a:lnL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10:00 a 11:00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3F6FC"/>
                    </a:solidFill>
                  </a:tcPr>
                </a:tc>
              </a:tr>
              <a:tr h="647700"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Otro turno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F0"/>
                      </a:solidFill>
                      <a:prstDash val="solid"/>
                    </a:lnL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10:30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Ocupado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Siguiente turno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F0"/>
                      </a:solidFill>
                      <a:prstDash val="solid"/>
                    </a:lnL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11:00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1875" b="0">
                          <a:solidFill>
                            <a:srgbClr val="192B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Disponible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F0"/>
                      </a:solidFill>
                      <a:prstDash val="solid"/>
                    </a:lnR>
                    <a:lnB w="9525">
                      <a:solidFill>
                        <a:srgbClr val="DEE6F0"/>
                      </a:solidFill>
                      <a:prstDash val="soli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30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D00DA-5CC3-4D2E-8709-5219B9EB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0D7E0-C8CE-4CAD-9CB4-AFC5C522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23D0E-DC68-4B3D-81D2-3F8E7183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Los planes pueden cambiar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5B979-704C-4C41-88F0-1F0A3E8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El cliente puede modificar</a:t>
            </a:r>
          </a:p>
          <a:p xmlns:a="http://schemas.openxmlformats.org/drawingml/2006/main">
            <a:pPr>
              <a:def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o cancelar su propio turno.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082B3-4323-4EA3-9FF6-C604140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Al cancelar, el horario queda libre</a:t>
            </a:r>
          </a:p>
          <a:p xmlns:a="http://schemas.openxmlformats.org/drawingml/2006/main">
            <a: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para otra reserva.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762C7-F5AD-488C-84A9-E1DB8FDA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También puede activar avisos por correo.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0FC8-3254-444B-934C-54F88BAA7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45f1b1f0743a5"/>
          <a:stretch xmlns:a="http://schemas.openxmlformats.org/drawingml/2006/main"/>
        </p:blipFill>
        <p:spPr>
          <a:xfrm xmlns:a="http://schemas.openxmlformats.org/drawingml/2006/main">
            <a:off x="8689273" y="1409700"/>
            <a:ext cx="2376304" cy="4638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72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5E37B-7E49-4214-8F52-8BC9B63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D4EFE-8293-4DD3-82A8-BBDC7F4A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BE75A-9886-4582-8EB0-D9E577BE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El equipo ve el día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77D59-EF90-44C7-9DE3-CD2D2B4B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Quién viene, qué pidió y qué intervalo ocupa.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6FA3A-F9A8-4F40-B0C3-2815036F3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198d357334ae8"/>
          <a:stretch xmlns:a="http://schemas.openxmlformats.org/drawingml/2006/main"/>
        </p:blipFill>
        <p:spPr>
          <a:xfrm xmlns:a="http://schemas.openxmlformats.org/drawingml/2006/main">
            <a:off x="2240727" y="2333625"/>
            <a:ext cx="7710546" cy="3762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80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D7DFC-B033-40C8-B863-2D67F87D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3773D-B243-42A9-BA7F-F2D52DD0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38586-0FCC-4DC4-97FB-54B6F955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La propuesta y su próximo paso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CD0DD-C2AA-4C83-95ED-C2E6144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Hoy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600B6-A437-405D-A130-CC491E5E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La gestión de turnos está desarrollada.</a:t>
            </a:r>
          </a:p>
          <a:p xmlns:a="http://schemas.openxmlformats.org/drawingml/2006/main">
            <a:pPr>
              <a:def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22238"/>
                </a:solidFill>
                <a:latin typeface="DejaVu Sans"/>
                <a:ea typeface="DejaVu Sans"/>
                <a:cs typeface="DejaVu Sans"/>
              </a:rPr>
              <a:t>El diseño de las pantallas está definido.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86A33-DDCC-46BE-A87F-E85A43EC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69E8"/>
                </a:solidFill>
                <a:latin typeface="DejaVu Sans"/>
                <a:ea typeface="DejaVu Sans"/>
                <a:cs typeface="DejaVu Sans"/>
              </a:rPr>
              <a:t>Próximo paso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58A96-5207-41BD-81EF-A8CE9D07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Construir la interfaz para que clientes</a:t>
            </a:r>
          </a:p>
          <a:p xmlns:a="http://schemas.openxmlformats.org/drawingml/2006/main">
            <a:pPr>
              <a:def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63738A"/>
                </a:solidFill>
                <a:latin typeface="DejaVu Sans"/>
                <a:ea typeface="DejaVu Sans"/>
                <a:cs typeface="DejaVu Sans"/>
              </a:rPr>
              <a:t>y personal puedan usarla directamente.</a:t>
            </a:r>
          </a:p>
        </p:txBody>
      </p:sp>
    </p:spTree>
    <p:extLst>
      <p:ext uri="{BB962C8B-B14F-4D97-AF65-F5344CB8AC3E}">
        <p14:creationId xmlns:p14="http://schemas.microsoft.com/office/powerpoint/2010/main" val="8490130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6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19CDD-B5E8-4500-BC10-22FBA12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BCD2FF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4904-0A69-4217-ACB4-3CB0157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CD2F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48280-FCEE-4314-8801-D2D5A422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OPTIMUS 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D6A81-A3BE-4649-BE5D-3ECACA90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agenda de tu lavadero,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 un solo lugar.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7F8A9-AF99-4812-BB4E-1685370E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DAE7FF"/>
                </a:solidFill>
                <a:latin typeface="DejaVu Sans"/>
                <a:ea typeface="DejaVu Sans"/>
                <a:cs typeface="DejaVu Sans"/>
              </a:rPr>
              <a:t>Veamos una reserva.</a:t>
            </a:r>
          </a:p>
        </p:txBody>
      </p:sp>
    </p:spTree>
    <p:extLst>
      <p:ext uri="{BB962C8B-B14F-4D97-AF65-F5344CB8AC3E}">
        <p14:creationId xmlns:p14="http://schemas.microsoft.com/office/powerpoint/2010/main" val="1793264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2026-10-31T16:53:56.1840000Z</dcterms:created>
  <dcterms:modified xsi:type="dcterms:W3CDTF">2026-10-31T16:53:56.1840000Z</dcterms:modified>
</coreProperties>
</file>